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0" d="100"/>
          <a:sy n="90" d="100"/>
        </p:scale>
        <p:origin x="21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8C94-2B11-8632-9676-4468B6EDE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0126B-5154-35B7-8887-1FBC35097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63584-AB4E-BC67-5B89-7A051818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B83DE-0C12-B5FE-3CD9-047F915B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1D63F-EE09-9EC9-8635-7B4394CC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11DF-339B-A624-5D2E-561357816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9810B-055D-E5E2-CE41-4BDE2CB7D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7D50D-FA4E-F67A-0936-4C09E454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AC117-5946-5026-2740-02A5C54C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4E8D7-4DF1-66E4-B532-8C325624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7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957E-CD25-DDD3-1437-8382DDE26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1A0D8-4722-89C9-3BCA-49535907B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E8745-F938-0A57-4CE5-F5433B86D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18C24-D70A-112A-0753-F5C6D689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35F2E-D1CC-F1B9-77F9-7768B38D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B037-F628-65D5-1839-83143B22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CC7C-BCA1-7A61-600A-E20C79D4E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C1AF1-770A-B79E-D81E-738E3F846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60E21-6789-DBA9-E113-8216B7FB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69A9A-119C-A9BF-71DF-15A59C124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B7A15-0A8F-B12D-8254-859DB729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41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B2EA-F4BF-2F3A-4F9C-44B2E28DC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9081B-4605-DC65-4B3D-2AFCCC75C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4C52F-88C5-31D2-E08C-1456C9F2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66ABB-00E9-AC56-3687-CAE819E65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4916F-F4F3-64DE-7CE7-4832EAB2F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2DBBDF-ED9F-CDCB-68C4-EE8A5EEC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3B288-3852-D701-9246-B3AD2B65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29161-A027-1BBA-9AC4-1CAEBDF7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5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7299-DF12-C8C1-41A8-6D190720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F77FA-9839-8535-1CE6-0598D299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57F05-D561-5663-9AB4-ED79DEEE4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1AB4-B13B-4BCF-8A6E-3C2E35C1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7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5FB05F-A57F-BD2B-F609-E0B14010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D85E91-5F41-1F57-8790-E3424080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5B404-3F6E-8838-4E19-B312FD88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1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B394-0D9D-9281-596F-03F186DC4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28FA6-D365-25AE-C4D8-1E955ACCC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B3821-26ED-EC21-E34D-2CC6D8A65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6E67-2B88-979C-77F4-15DFE398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E43CF-3339-4AA3-1D49-BDFC7195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559EB-1B85-6021-0608-D9120DC9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01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8A827-15F6-D2DE-266B-E44CBC8C0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366270-76A7-F6F8-3984-9B7DE2267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5BC11-ED6E-38A1-0F10-9C6273DF0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872FA-21DD-01DB-FCC4-95D0E2B2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047D3-0A0F-EE74-F704-CEFC19C83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42C1E-B7B8-078D-92EC-ACACAEB8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2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95A6-8BDB-E7D2-BBF7-C937F348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ED43B-5B45-6D8C-F906-740713055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0348B-DBD6-1B0E-05A0-69573A3A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08493-D723-DFAB-3FF4-5CBC106EE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C7C4C-1F7C-EDAF-1A9B-0C612B16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E0827-F4A8-B792-8B55-DB2C74616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27095-25B6-4408-31B4-BF548FD16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C8905-A6AA-97D3-219A-7F2BB616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B7C36-B160-52C0-EF5F-B53396A3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151BE-D246-81E8-5F63-9AF878D9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3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C05269-4DEE-E231-53D9-CE14F22A3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2B4EA-9899-9847-D6E2-6A28C6CF6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2EA48-4A84-C636-056E-FB068B00D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17968-AAD3-0647-8337-BA43032F1030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978DE-93AF-7AFE-3D47-D94669908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AA547-D985-52E5-800E-3F36AC9A8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BDD2A-25C1-8D4A-81BC-AC167709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04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DDF011-8002-A84F-E655-C8FCF2939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128" y="0"/>
            <a:ext cx="426974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B26A1A-1A53-A930-7CBC-3B578034E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128" y="637586"/>
            <a:ext cx="1993933" cy="63264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3E3CE8-CBBE-9403-E63A-C6513E3E9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593" y="853311"/>
            <a:ext cx="2716278" cy="5367103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AE7765F3-696E-B0DA-D968-DAB93051360F}"/>
              </a:ext>
            </a:extLst>
          </p:cNvPr>
          <p:cNvSpPr/>
          <p:nvPr/>
        </p:nvSpPr>
        <p:spPr>
          <a:xfrm rot="16200000">
            <a:off x="5552057" y="1354358"/>
            <a:ext cx="348426" cy="457583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4CE7A7-D147-0F5B-CB7F-A77A69729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444" y="0"/>
            <a:ext cx="2258361" cy="3114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00EF0E-6F4F-F904-2CDC-3EB5C1863E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444" y="3228975"/>
            <a:ext cx="2258360" cy="34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6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 Rubin</dc:creator>
  <cp:lastModifiedBy>Ron Rubin</cp:lastModifiedBy>
  <cp:revision>1</cp:revision>
  <dcterms:created xsi:type="dcterms:W3CDTF">2025-07-26T05:23:36Z</dcterms:created>
  <dcterms:modified xsi:type="dcterms:W3CDTF">2025-07-27T19:31:00Z</dcterms:modified>
</cp:coreProperties>
</file>