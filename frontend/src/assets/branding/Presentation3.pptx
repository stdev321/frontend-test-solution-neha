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90"/>
    <p:restoredTop sz="94715"/>
  </p:normalViewPr>
  <p:slideViewPr>
    <p:cSldViewPr snapToGrid="0">
      <p:cViewPr varScale="1">
        <p:scale>
          <a:sx n="96" d="100"/>
          <a:sy n="96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7FF33-896C-D293-B53D-BE6F8B7BE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ED1E8-DBD6-EEAD-1EE1-50E840B08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D3A53-5801-6544-B32F-41F7DFAAD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9FE-597B-0A4A-BA9E-C94B63455385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C4E2E-8330-1CBF-50A4-23739E5AF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0EF7B-F3F0-E6B5-99C7-2355C728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38ED9-712F-AE41-A001-BC36F43C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8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0ABC-38C1-45CE-5DA5-B5C6D4B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245A6-B388-16B6-3FF1-F04F63B37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486CD-E28C-F7AF-2391-E2234D212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9FE-597B-0A4A-BA9E-C94B63455385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E0B4C-2662-DF20-139F-6B0DCA48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63CA0-A56C-52B6-4685-81C98D17A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38ED9-712F-AE41-A001-BC36F43C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2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C50CB-814C-5140-0803-A38D3555C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C87CA-5DA7-AC32-9359-8018D6551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57AEF-A693-1961-DE59-3F27E04FC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9FE-597B-0A4A-BA9E-C94B63455385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CF911-0174-2F61-531B-894B424E7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6CEB2-B71E-4B36-7EB1-07C7DE589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38ED9-712F-AE41-A001-BC36F43C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9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1728E-BBAC-2C1A-4BE4-FC7FC9D8D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3E1A2-412C-6656-7551-61682A2E9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844B3-28D1-7E44-D288-8931232A2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B386A-F6A0-6B72-05D7-72F4AA5FF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9FE-597B-0A4A-BA9E-C94B63455385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893F5-D882-6416-0CA7-9404757D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E2D60-F6A5-922F-607F-A2BB19635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38ED9-712F-AE41-A001-BC36F43C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7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3524B-778B-D1C0-56A2-23E6C5D91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52FE8-666A-1580-35BD-47FC99118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5D79A-C714-F49B-F195-0E4D1460B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9501-838D-9270-D948-C9F5EA04F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44A596-B050-3623-42F1-344E8BA812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D35A08-9C02-5441-35EA-44F60E1BF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9FE-597B-0A4A-BA9E-C94B63455385}" type="datetimeFigureOut">
              <a:rPr lang="en-US" smtClean="0"/>
              <a:t>7/21/25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486C62-058F-FB19-58AF-2262B09D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147C87-6973-5ACC-E92F-A4B692112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38ED9-712F-AE41-A001-BC36F43C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1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5D54-38D3-04AA-F6E6-22007C7B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45E168-A2CC-13E0-E2C7-86812B7A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9FE-597B-0A4A-BA9E-C94B63455385}" type="datetimeFigureOut">
              <a:rPr lang="en-US" smtClean="0"/>
              <a:t>7/21/25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D6570-19CE-89DA-8B6B-DCCC6B10F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F696-12D1-41CE-1887-A0A62783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38ED9-712F-AE41-A001-BC36F43C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5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43D226-B0EF-2364-8609-5E9007297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9FE-597B-0A4A-BA9E-C94B63455385}" type="datetimeFigureOut">
              <a:rPr lang="en-US" smtClean="0"/>
              <a:t>7/21/25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623A7C-212C-F86D-8AF1-880740577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14ADB-0889-20E1-BD15-28D47E3EB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38ED9-712F-AE41-A001-BC36F43C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23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9C0A-26E6-6902-506C-D96FF4848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6DA7C-211F-2B5B-65F0-73679E730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C7408-13CC-C342-0570-DBC0BD190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9CE78-B6A9-947E-2170-D85B4D87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9FE-597B-0A4A-BA9E-C94B63455385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C22DA-6E0C-5C00-9C5B-3EAAF9996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1713E-ED0E-68EC-0590-5B861E3A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38ED9-712F-AE41-A001-BC36F43C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848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2F71-AEC6-3807-9B8C-2C3EFEDBE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C6F15F-EB16-B4FE-5125-5B912572D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B1200-04FA-0A0D-0976-BC6135C98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2F0FE-307C-FFC0-14A8-25E5C6695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9FE-597B-0A4A-BA9E-C94B63455385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5BBA6-83EF-9934-084D-7F5DD2AB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440E2-041F-FD7E-678D-2060316EB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38ED9-712F-AE41-A001-BC36F43C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31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287D-804F-3A13-9C93-542098E01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7378F9-5D8F-A88D-D86B-89DF8A15E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1DCA-99BA-4D51-554C-73F27FD65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9FE-597B-0A4A-BA9E-C94B63455385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A5F94-102A-A799-7721-FBBEDBF49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4174-B97F-3C8C-7972-419EC263D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38ED9-712F-AE41-A001-BC36F43C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24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CC54D0-E5CB-1FF5-DCDF-10D4135791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9FCD1B-B65A-DEDF-37FE-C37D2B52B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A77A6-765D-DA48-30B2-FB9BAE37E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9FE-597B-0A4A-BA9E-C94B63455385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EB3AB-AA6D-659D-211F-086F5F37B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20F95-C688-F07A-C070-8652B5DC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38ED9-712F-AE41-A001-BC36F43C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18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60D813-D201-00DD-FC22-A82E836B1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5F489-0983-1AC2-1E87-E63EE28FB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15175-CE58-6BCD-1686-F2641D021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3B79FE-597B-0A4A-BA9E-C94B63455385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1A9BE-ECA0-F96C-AF5A-0E8AC5716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F834C-AB5F-C913-D73D-0FE520ABD3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38ED9-712F-AE41-A001-BC36F43C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4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on a rock&#10;&#10;AI-generated content may be incorrect.">
            <a:extLst>
              <a:ext uri="{FF2B5EF4-FFF2-40B4-BE49-F238E27FC236}">
                <a16:creationId xmlns:a16="http://schemas.microsoft.com/office/drawing/2014/main" id="{3F3C68E2-F8E3-00EA-0E40-B719608AA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15404" t="6401" r="4168" b="36866"/>
          <a:stretch>
            <a:fillRect/>
          </a:stretch>
        </p:blipFill>
        <p:spPr>
          <a:xfrm>
            <a:off x="3876261" y="119270"/>
            <a:ext cx="7268817" cy="679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64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FA529-43B0-CD35-E229-2C4CF16C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1ACECE-7D4E-9C23-FC8C-394D93FBA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150" y="590550"/>
            <a:ext cx="5727700" cy="56769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CCF0D6E-F9B6-0BC9-435D-BF9C82A30B6A}"/>
              </a:ext>
            </a:extLst>
          </p:cNvPr>
          <p:cNvSpPr/>
          <p:nvPr/>
        </p:nvSpPr>
        <p:spPr>
          <a:xfrm>
            <a:off x="7262191" y="1325217"/>
            <a:ext cx="2252870" cy="2372140"/>
          </a:xfrm>
          <a:prstGeom prst="roundRect">
            <a:avLst/>
          </a:prstGeom>
          <a:solidFill>
            <a:srgbClr val="F8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5B1FFA6-B8C8-161E-9325-E3E925315916}"/>
              </a:ext>
            </a:extLst>
          </p:cNvPr>
          <p:cNvSpPr/>
          <p:nvPr/>
        </p:nvSpPr>
        <p:spPr>
          <a:xfrm>
            <a:off x="6984586" y="298174"/>
            <a:ext cx="2252870" cy="2372140"/>
          </a:xfrm>
          <a:prstGeom prst="roundRect">
            <a:avLst/>
          </a:prstGeom>
          <a:solidFill>
            <a:srgbClr val="F8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282E1E-7FFD-9D3D-DB30-F6D83811213A}"/>
              </a:ext>
            </a:extLst>
          </p:cNvPr>
          <p:cNvSpPr/>
          <p:nvPr/>
        </p:nvSpPr>
        <p:spPr>
          <a:xfrm>
            <a:off x="6706981" y="1"/>
            <a:ext cx="2252870" cy="2372140"/>
          </a:xfrm>
          <a:prstGeom prst="roundRect">
            <a:avLst/>
          </a:prstGeom>
          <a:solidFill>
            <a:srgbClr val="F8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94284FB-90A0-ECA2-9AD7-400A3A0DB349}"/>
              </a:ext>
            </a:extLst>
          </p:cNvPr>
          <p:cNvSpPr/>
          <p:nvPr/>
        </p:nvSpPr>
        <p:spPr>
          <a:xfrm>
            <a:off x="6364496" y="-228186"/>
            <a:ext cx="2252870" cy="2372140"/>
          </a:xfrm>
          <a:prstGeom prst="roundRect">
            <a:avLst/>
          </a:prstGeom>
          <a:solidFill>
            <a:srgbClr val="F8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D1D1A15-FEFD-DA90-83FC-FA60B2CD5B19}"/>
              </a:ext>
            </a:extLst>
          </p:cNvPr>
          <p:cNvSpPr/>
          <p:nvPr/>
        </p:nvSpPr>
        <p:spPr>
          <a:xfrm>
            <a:off x="2846389" y="-92765"/>
            <a:ext cx="2252870" cy="2372140"/>
          </a:xfrm>
          <a:prstGeom prst="roundRect">
            <a:avLst/>
          </a:prstGeom>
          <a:solidFill>
            <a:srgbClr val="F8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E74ABF7-4723-D701-1577-DFDF06B8A0A6}"/>
              </a:ext>
            </a:extLst>
          </p:cNvPr>
          <p:cNvSpPr/>
          <p:nvPr/>
        </p:nvSpPr>
        <p:spPr>
          <a:xfrm>
            <a:off x="3704328" y="-430696"/>
            <a:ext cx="2252870" cy="2372140"/>
          </a:xfrm>
          <a:prstGeom prst="roundRect">
            <a:avLst/>
          </a:prstGeom>
          <a:solidFill>
            <a:srgbClr val="F8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142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9A652A-ADEE-B663-0988-E3301311D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99" b="94416" l="7540" r="99074">
                        <a14:foregroundMark x1="9656" y1="45455" x2="11376" y2="18312"/>
                        <a14:foregroundMark x1="11376" y1="18312" x2="22884" y2="10909"/>
                        <a14:foregroundMark x1="22884" y1="10909" x2="34656" y2="9351"/>
                        <a14:foregroundMark x1="34656" y1="9351" x2="79894" y2="9740"/>
                        <a14:foregroundMark x1="79894" y1="9740" x2="88095" y2="27403"/>
                        <a14:foregroundMark x1="88095" y1="27403" x2="92725" y2="52727"/>
                        <a14:foregroundMark x1="94974" y1="7013" x2="92725" y2="16623"/>
                        <a14:foregroundMark x1="92725" y1="16623" x2="97222" y2="47532"/>
                        <a14:foregroundMark x1="97222" y1="47532" x2="93519" y2="57013"/>
                        <a14:foregroundMark x1="93519" y1="57013" x2="96164" y2="92338"/>
                        <a14:foregroundMark x1="93386" y1="95584" x2="9921" y2="94545"/>
                        <a14:foregroundMark x1="9921" y1="94545" x2="8333" y2="93766"/>
                        <a14:foregroundMark x1="7540" y1="72078" x2="12698" y2="72857"/>
                        <a14:foregroundMark x1="22090" y1="73117" x2="12963" y2="68701"/>
                        <a14:foregroundMark x1="12963" y1="68701" x2="9392" y2="61429"/>
                        <a14:foregroundMark x1="38095" y1="37662" x2="36243" y2="37922"/>
                        <a14:foregroundMark x1="57407" y1="35974" x2="47354" y2="34675"/>
                        <a14:foregroundMark x1="47354" y1="34675" x2="39286" y2="35974"/>
                        <a14:foregroundMark x1="45899" y1="40260" x2="47487" y2="41169"/>
                        <a14:foregroundMark x1="45370" y1="45974" x2="47222" y2="43247"/>
                        <a14:foregroundMark x1="56085" y1="54675" x2="41402" y2="52468"/>
                        <a14:foregroundMark x1="55291" y1="42987" x2="52249" y2="42208"/>
                        <a14:foregroundMark x1="55820" y1="47403" x2="53571" y2="48961"/>
                        <a14:foregroundMark x1="55820" y1="46753" x2="50265" y2="43247"/>
                        <a14:foregroundMark x1="23545" y1="64675" x2="18783" y2="60390"/>
                        <a14:foregroundMark x1="13228" y1="47143" x2="2513" y2="45195"/>
                        <a14:foregroundMark x1="2513" y1="45195" x2="6349" y2="13247"/>
                        <a14:foregroundMark x1="6349" y1="13247" x2="20767" y2="4805"/>
                        <a14:foregroundMark x1="20767" y1="4805" x2="88360" y2="4805"/>
                        <a14:foregroundMark x1="89418" y1="3506" x2="3968" y2="1299"/>
                        <a14:foregroundMark x1="3968" y1="1299" x2="926" y2="21429"/>
                        <a14:foregroundMark x1="926" y1="21429" x2="2513" y2="52078"/>
                        <a14:foregroundMark x1="2513" y1="52078" x2="132" y2="92727"/>
                        <a14:foregroundMark x1="132" y1="92727" x2="9921" y2="97792"/>
                        <a14:foregroundMark x1="9921" y1="97792" x2="32672" y2="99610"/>
                        <a14:foregroundMark x1="32672" y1="99610" x2="42989" y2="98312"/>
                        <a14:foregroundMark x1="42989" y1="98312" x2="79497" y2="99610"/>
                        <a14:foregroundMark x1="79497" y1="99610" x2="91799" y2="98571"/>
                        <a14:foregroundMark x1="91799" y1="98571" x2="96958" y2="90130"/>
                        <a14:foregroundMark x1="96958" y1="90130" x2="96958" y2="19091"/>
                        <a14:foregroundMark x1="96958" y1="19091" x2="94180" y2="9481"/>
                        <a14:foregroundMark x1="94180" y1="9481" x2="88492" y2="1299"/>
                        <a14:foregroundMark x1="88492" y1="1299" x2="87831" y2="2078"/>
                        <a14:foregroundMark x1="95503" y1="2857" x2="96164" y2="14286"/>
                        <a14:foregroundMark x1="96958" y1="3766" x2="96825" y2="35455"/>
                        <a14:foregroundMark x1="96825" y1="35455" x2="99074" y2="589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95700" y="984250"/>
            <a:ext cx="4800600" cy="4889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308269-008E-2AF4-CE36-22E822B66581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8100" y="1136650"/>
            <a:ext cx="4800600" cy="4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605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5168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 Rubin</dc:creator>
  <cp:lastModifiedBy>Ron Rubin</cp:lastModifiedBy>
  <cp:revision>1</cp:revision>
  <dcterms:created xsi:type="dcterms:W3CDTF">2025-07-21T13:58:22Z</dcterms:created>
  <dcterms:modified xsi:type="dcterms:W3CDTF">2025-07-25T04:06:51Z</dcterms:modified>
</cp:coreProperties>
</file>